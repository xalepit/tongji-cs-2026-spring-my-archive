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3" r:id="rId2"/>
  </p:sldMasterIdLst>
  <p:notesMasterIdLst>
    <p:notesMasterId r:id="rId8"/>
  </p:notesMasterIdLst>
  <p:handoutMasterIdLst>
    <p:handoutMasterId r:id="rId9"/>
  </p:handoutMasterIdLst>
  <p:sldIdLst>
    <p:sldId id="1587" r:id="rId3"/>
    <p:sldId id="5136" r:id="rId4"/>
    <p:sldId id="5172" r:id="rId5"/>
    <p:sldId id="5175" r:id="rId6"/>
    <p:sldId id="5176" r:id="rId7"/>
  </p:sldIdLst>
  <p:sldSz cx="9144000" cy="5143500" type="screen16x9"/>
  <p:notesSz cx="6858000" cy="9144000"/>
  <p:defaultTextStyle>
    <a:defPPr>
      <a:defRPr lang="fi-FI"/>
    </a:defPPr>
    <a:lvl1pPr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1pPr>
    <a:lvl2pPr marL="455930" indent="1905"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2pPr>
    <a:lvl3pPr marL="913130" indent="1905"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3pPr>
    <a:lvl4pPr marL="1370330" indent="1905"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4pPr>
    <a:lvl5pPr marL="1827530" indent="1905" algn="l" rtl="0" fontAlgn="base">
      <a:spcBef>
        <a:spcPct val="20000"/>
      </a:spcBef>
      <a:spcAft>
        <a:spcPct val="0"/>
      </a:spcAft>
      <a:buFont typeface="Arial" panose="020B0604020202090204" pitchFamily="34" charset="0"/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Trebuchet MS" panose="020B0603020202020204" pitchFamily="96" charset="0"/>
        <a:ea typeface="宋体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标题" id="{EB83E03E-195F-4588-BA9C-87CAE50CC123}">
          <p14:sldIdLst>
            <p14:sldId id="1587"/>
            <p14:sldId id="5136"/>
            <p14:sldId id="5172"/>
            <p14:sldId id="5175"/>
            <p14:sldId id="51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838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4" pos="5193" userDrawn="1">
          <p15:clr>
            <a:srgbClr val="A4A3A4"/>
          </p15:clr>
        </p15:guide>
        <p15:guide id="5" pos="3152" userDrawn="1">
          <p15:clr>
            <a:srgbClr val="A4A3A4"/>
          </p15:clr>
        </p15:guide>
        <p15:guide id="6" orient="horz" pos="287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72C4"/>
    <a:srgbClr val="1B06BA"/>
    <a:srgbClr val="080808"/>
    <a:srgbClr val="339933"/>
    <a:srgbClr val="B5880B"/>
    <a:srgbClr val="E87071"/>
    <a:srgbClr val="00B3EE"/>
    <a:srgbClr val="93E5FF"/>
    <a:srgbClr val="F7FE9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0" autoAdjust="0"/>
    <p:restoredTop sz="76606" autoAdjust="0"/>
  </p:normalViewPr>
  <p:slideViewPr>
    <p:cSldViewPr showGuides="1">
      <p:cViewPr varScale="1">
        <p:scale>
          <a:sx n="114" d="100"/>
          <a:sy n="114" d="100"/>
        </p:scale>
        <p:origin x="1050" y="102"/>
      </p:cViewPr>
      <p:guideLst>
        <p:guide orient="horz" pos="3838"/>
        <p:guide pos="295"/>
        <p:guide pos="5193"/>
        <p:guide pos="3152"/>
        <p:guide orient="horz" pos="28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GB" altLang="zh-CN"/>
          </a:p>
        </p:txBody>
      </p:sp>
      <p:sp>
        <p:nvSpPr>
          <p:cNvPr id="1751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fld id="{58CD87A4-0184-412C-A44A-3DA728178AFF}" type="slidenum">
              <a:rPr lang="en-GB" altLang="zh-CN"/>
              <a:t>‹#›</a:t>
            </a:fld>
            <a:endParaRPr lang="en-GB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i-FI" noProof="0"/>
              <a:t>Muokkaa tekstin perustyylejä napsauttamalla</a:t>
            </a:r>
          </a:p>
          <a:p>
            <a:pPr lvl="1"/>
            <a:r>
              <a:rPr lang="fi-FI" noProof="0"/>
              <a:t>toinen taso</a:t>
            </a:r>
          </a:p>
          <a:p>
            <a:pPr lvl="2"/>
            <a:r>
              <a:rPr lang="fi-FI" noProof="0"/>
              <a:t>kolmas taso</a:t>
            </a:r>
          </a:p>
          <a:p>
            <a:pPr lvl="3"/>
            <a:r>
              <a:rPr lang="fi-FI" noProof="0"/>
              <a:t>neljäs taso</a:t>
            </a:r>
          </a:p>
          <a:p>
            <a:pPr lvl="4"/>
            <a:r>
              <a:rPr lang="fi-FI" noProof="0"/>
              <a:t>viides taso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FontTx/>
              <a:buNone/>
              <a:defRPr sz="1200">
                <a:latin typeface="Arial" panose="020B0604020202090204" pitchFamily="34" charset="0"/>
                <a:ea typeface="+mn-ea"/>
              </a:defRPr>
            </a:lvl1pPr>
          </a:lstStyle>
          <a:p>
            <a:pPr>
              <a:defRPr/>
            </a:pPr>
            <a:fld id="{BB8C311E-5859-4E0C-A0F3-4690A095D6BE}" type="slidenum">
              <a:rPr lang="fi-FI" altLang="zh-CN"/>
              <a:t>‹#›</a:t>
            </a:fld>
            <a:endParaRPr lang="fi-FI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altLang="zh-CN" b="0" i="0" dirty="0">
              <a:solidFill>
                <a:srgbClr val="B8AA9E"/>
              </a:solidFill>
              <a:effectLst/>
              <a:latin typeface="catalyst-pingfang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1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2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3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4</a:t>
            </a:fld>
            <a:endParaRPr lang="fi-FI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en-US" altLang="zh-CN" b="0" i="0" dirty="0">
              <a:solidFill>
                <a:srgbClr val="B8AA9E"/>
              </a:solidFill>
              <a:effectLst/>
              <a:latin typeface="catalyst-pingfang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B8C311E-5859-4E0C-A0F3-4690A095D6BE}" type="slidenum">
              <a:rPr lang="fi-FI" altLang="zh-CN" smtClean="0"/>
              <a:t>5</a:t>
            </a:fld>
            <a:endParaRPr lang="fi-FI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0" y="-20538"/>
            <a:ext cx="9144000" cy="637580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 baseline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89553"/>
            <a:ext cx="8568952" cy="3805070"/>
          </a:xfrm>
        </p:spPr>
        <p:txBody>
          <a:bodyPr/>
          <a:lstStyle>
            <a:lvl1pPr>
              <a:defRPr sz="2400">
                <a:latin typeface="微软雅黑" pitchFamily="34" charset="-122"/>
                <a:ea typeface="微软雅黑" pitchFamily="34" charset="-122"/>
              </a:defRPr>
            </a:lvl1pPr>
            <a:lvl2pPr>
              <a:defRPr sz="2000">
                <a:latin typeface="微软雅黑" pitchFamily="34" charset="-122"/>
                <a:ea typeface="微软雅黑" pitchFamily="34" charset="-122"/>
              </a:defRPr>
            </a:lvl2pPr>
            <a:lvl3pPr>
              <a:defRPr sz="1800">
                <a:latin typeface="微软雅黑" pitchFamily="34" charset="-122"/>
                <a:ea typeface="微软雅黑" pitchFamily="34" charset="-122"/>
              </a:defRPr>
            </a:lvl3pPr>
            <a:lvl4pPr>
              <a:defRPr sz="1600">
                <a:latin typeface="微软雅黑" pitchFamily="34" charset="-122"/>
                <a:ea typeface="微软雅黑" pitchFamily="34" charset="-122"/>
              </a:defRPr>
            </a:lvl4pPr>
            <a:lvl5pPr>
              <a:defRPr sz="160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9525" y="3072"/>
            <a:ext cx="9144000" cy="583072"/>
          </a:xfrm>
          <a:prstGeom prst="rect">
            <a:avLst/>
          </a:prstGeom>
          <a:solidFill>
            <a:srgbClr val="0070C0"/>
          </a:solidFill>
        </p:spPr>
        <p:txBody>
          <a:bodyPr rtlCol="0">
            <a:noAutofit/>
          </a:bodyPr>
          <a:lstStyle>
            <a:lvl1pPr algn="l">
              <a:defRPr sz="32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995686"/>
            <a:ext cx="8229600" cy="85725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0"/>
            <a:ext cx="9217024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0" y="1476375"/>
            <a:ext cx="9142810" cy="1626394"/>
          </a:xfrm>
          <a:prstGeom prst="rect">
            <a:avLst/>
          </a:prstGeom>
          <a:solidFill>
            <a:srgbClr val="064BB2"/>
          </a:solidFill>
          <a:ln>
            <a:noFill/>
          </a:ln>
          <a:effectLst>
            <a:outerShdw blurRad="50800" dist="38100" dir="5400000" algn="t" rotWithShape="0">
              <a:srgbClr val="000000">
                <a:alpha val="0"/>
              </a:srgbClr>
            </a:outerShdw>
          </a:effectLst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>
              <a:buFontTx/>
              <a:buNone/>
              <a:defRPr/>
            </a:pPr>
            <a:endParaRPr lang="zh-CN" altLang="en-US" sz="715" dirty="0">
              <a:solidFill>
                <a:schemeClr val="bg1"/>
              </a:solidFill>
              <a:latin typeface="Calibri" panose="020F0502020204030204"/>
              <a:cs typeface="宋体" pitchFamily="2" charset="-122"/>
            </a:endParaRPr>
          </a:p>
        </p:txBody>
      </p:sp>
      <p:sp>
        <p:nvSpPr>
          <p:cNvPr id="15" name="标题 14"/>
          <p:cNvSpPr>
            <a:spLocks noGrp="1"/>
          </p:cNvSpPr>
          <p:nvPr>
            <p:ph type="title"/>
          </p:nvPr>
        </p:nvSpPr>
        <p:spPr>
          <a:xfrm>
            <a:off x="4178105" y="2029612"/>
            <a:ext cx="4683967" cy="519113"/>
          </a:xfrm>
        </p:spPr>
        <p:txBody>
          <a:bodyPr/>
          <a:lstStyle>
            <a:lvl1pPr algn="ctr">
              <a:defRPr sz="2700" b="1" baseline="0">
                <a:solidFill>
                  <a:schemeClr val="bg1"/>
                </a:solidFill>
                <a:latin typeface="Times New Roman" panose="0202050305040509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9"/>
          <p:cNvSpPr>
            <a:spLocks noGrp="1"/>
          </p:cNvSpPr>
          <p:nvPr>
            <p:ph type="dt" sz="half" idx="10"/>
          </p:nvPr>
        </p:nvSpPr>
        <p:spPr>
          <a:xfrm>
            <a:off x="5497116" y="2744391"/>
            <a:ext cx="1503759" cy="273844"/>
          </a:xfrm>
        </p:spPr>
        <p:txBody>
          <a:bodyPr/>
          <a:lstStyle>
            <a:lvl1pPr algn="r">
              <a:defRPr sz="1800" b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fld id="{C5EFD6F6-2F20-4B1A-A667-B95C1338A7FC}" type="datetime5">
              <a:rPr lang="zh-CN" altLang="en-US"/>
              <a:t>2026/3/18</a:t>
            </a:fld>
            <a:endParaRPr lang="zh-CN" altLang="en-US" dirty="0"/>
          </a:p>
        </p:txBody>
      </p:sp>
      <p:sp>
        <p:nvSpPr>
          <p:cNvPr id="5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8CD63E-90B4-4137-BE3E-A082E383778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程序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90204" pitchFamily="34" charset="0"/>
              </a:rPr>
              <a:t> </a:t>
            </a:r>
            <a:fld id="{60AB1787-2FB0-4C6A-B98A-30C644A6BEF9}" type="slidenum">
              <a:rPr lang="en-US" altLang="zh-CN" sz="750">
                <a:latin typeface="Arial" panose="020B0604020202090204" pitchFamily="34" charset="0"/>
              </a:rPr>
              <a:t>‹#›</a:t>
            </a:fld>
            <a:endParaRPr lang="en-US" altLang="zh-CN" sz="75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6" name="直接连接符 19"/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/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cxnSp>
        <p:nvCxnSpPr>
          <p:cNvPr id="10" name="直接连接符 9"/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317865" y="1315256"/>
            <a:ext cx="8330701" cy="3254791"/>
          </a:xfrm>
        </p:spPr>
        <p:txBody>
          <a:bodyPr>
            <a:noAutofit/>
          </a:bodyPr>
          <a:lstStyle>
            <a:lvl1pPr marL="271780" indent="-271780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50" b="0">
                <a:latin typeface="微软雅黑" pitchFamily="34" charset="-122"/>
                <a:ea typeface="微软雅黑" pitchFamily="34" charset="-122"/>
              </a:defRPr>
            </a:lvl2pPr>
            <a:lvl3pPr>
              <a:defRPr sz="1430" b="0">
                <a:latin typeface="微软雅黑" pitchFamily="34" charset="-122"/>
                <a:ea typeface="微软雅黑" pitchFamily="34" charset="-122"/>
              </a:defRPr>
            </a:lvl3pPr>
            <a:lvl4pPr>
              <a:defRPr sz="1430" b="0">
                <a:latin typeface="微软雅黑" pitchFamily="34" charset="-122"/>
                <a:ea typeface="微软雅黑" pitchFamily="34" charset="-122"/>
              </a:defRPr>
            </a:lvl4pPr>
            <a:lvl5pPr>
              <a:defRPr sz="1430" b="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 hasCustomPrompt="1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t>2026/3/18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791A760A-A8F5-4109-B3A7-90E0284994A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2"/>
          <p:cNvSpPr>
            <a:spLocks noChangeArrowheads="1"/>
          </p:cNvSpPr>
          <p:nvPr/>
        </p:nvSpPr>
        <p:spPr bwMode="auto">
          <a:xfrm>
            <a:off x="7453313" y="4794648"/>
            <a:ext cx="428625" cy="173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 algn="ctr"/>
            <a:r>
              <a:rPr lang="en-US" altLang="zh-CN" sz="750">
                <a:solidFill>
                  <a:srgbClr val="7F7F7F"/>
                </a:solidFill>
                <a:latin typeface="Arial" panose="020B0604020202090204" pitchFamily="34" charset="0"/>
              </a:rPr>
              <a:t> </a:t>
            </a:r>
            <a:fld id="{69AB6661-0E74-4BEC-A242-46590437B53C}" type="slidenum">
              <a:rPr lang="en-US" altLang="zh-CN" sz="750">
                <a:latin typeface="Arial" panose="020B0604020202090204" pitchFamily="34" charset="0"/>
              </a:rPr>
              <a:t>‹#›</a:t>
            </a:fld>
            <a:endParaRPr lang="en-US" altLang="zh-CN" sz="75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cxnSp>
        <p:nvCxnSpPr>
          <p:cNvPr id="6" name="直接连接符 19"/>
          <p:cNvCxnSpPr>
            <a:stCxn id="6" idx="3"/>
          </p:cNvCxnSpPr>
          <p:nvPr/>
        </p:nvCxnSpPr>
        <p:spPr>
          <a:xfrm>
            <a:off x="7881938" y="4881563"/>
            <a:ext cx="764381" cy="0"/>
          </a:xfrm>
          <a:prstGeom prst="line">
            <a:avLst/>
          </a:prstGeom>
          <a:ln w="9525">
            <a:solidFill>
              <a:srgbClr val="F195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4"/>
          <p:cNvCxnSpPr>
            <a:stCxn id="6" idx="3"/>
          </p:cNvCxnSpPr>
          <p:nvPr/>
        </p:nvCxnSpPr>
        <p:spPr>
          <a:xfrm flipV="1">
            <a:off x="2789635" y="4881563"/>
            <a:ext cx="4663678" cy="0"/>
          </a:xfrm>
          <a:prstGeom prst="line">
            <a:avLst/>
          </a:prstGeom>
          <a:ln>
            <a:solidFill>
              <a:srgbClr val="064B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AutoShape 23"/>
          <p:cNvSpPr>
            <a:spLocks noChangeArrowheads="1"/>
          </p:cNvSpPr>
          <p:nvPr/>
        </p:nvSpPr>
        <p:spPr bwMode="auto">
          <a:xfrm>
            <a:off x="184548" y="686991"/>
            <a:ext cx="7197328" cy="34528"/>
          </a:xfrm>
          <a:prstGeom prst="rect">
            <a:avLst/>
          </a:prstGeom>
          <a:solidFill>
            <a:srgbClr val="064BB2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sp>
        <p:nvSpPr>
          <p:cNvPr id="9" name="AutoShape 23"/>
          <p:cNvSpPr>
            <a:spLocks noChangeArrowheads="1"/>
          </p:cNvSpPr>
          <p:nvPr/>
        </p:nvSpPr>
        <p:spPr bwMode="auto">
          <a:xfrm>
            <a:off x="7381875" y="686991"/>
            <a:ext cx="1491854" cy="34528"/>
          </a:xfrm>
          <a:prstGeom prst="rect">
            <a:avLst/>
          </a:prstGeom>
          <a:solidFill>
            <a:srgbClr val="FB9708"/>
          </a:solidFill>
          <a:ln>
            <a:noFill/>
          </a:ln>
        </p:spPr>
        <p:txBody>
          <a:bodyPr wrap="none" anchor="ctr"/>
          <a:lstStyle>
            <a:lvl1pPr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>
                <a:solidFill>
                  <a:srgbClr val="000000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 fontAlgn="auto">
              <a:spcBef>
                <a:spcPct val="50000"/>
              </a:spcBef>
              <a:spcAft>
                <a:spcPts val="0"/>
              </a:spcAft>
              <a:buFontTx/>
              <a:buNone/>
              <a:defRPr/>
            </a:pPr>
            <a:endParaRPr lang="zh-CN" altLang="en-US" sz="715"/>
          </a:p>
        </p:txBody>
      </p:sp>
      <p:cxnSp>
        <p:nvCxnSpPr>
          <p:cNvPr id="10" name="直接连接符 9"/>
          <p:cNvCxnSpPr>
            <a:stCxn id="6" idx="3"/>
          </p:cNvCxnSpPr>
          <p:nvPr/>
        </p:nvCxnSpPr>
        <p:spPr>
          <a:xfrm>
            <a:off x="1788319" y="4786313"/>
            <a:ext cx="0" cy="207169"/>
          </a:xfrm>
          <a:prstGeom prst="line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317865" y="1316002"/>
            <a:ext cx="8330701" cy="3276923"/>
          </a:xfrm>
        </p:spPr>
        <p:txBody>
          <a:bodyPr>
            <a:noAutofit/>
          </a:bodyPr>
          <a:lstStyle>
            <a:lvl1pPr marL="271780" indent="-271780">
              <a:lnSpc>
                <a:spcPct val="150000"/>
              </a:lnSpc>
              <a:spcBef>
                <a:spcPts val="750"/>
              </a:spcBef>
              <a:buClr>
                <a:srgbClr val="032089"/>
              </a:buClr>
              <a:buFont typeface="Wingdings" panose="05000000000000000000" pitchFamily="2" charset="2"/>
              <a:buChar char="Ø"/>
              <a:defRPr sz="1350" b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  <a:lvl2pPr>
              <a:lnSpc>
                <a:spcPct val="130000"/>
              </a:lnSpc>
              <a:buClr>
                <a:srgbClr val="032089"/>
              </a:buClr>
              <a:buFont typeface="Wingdings" panose="05000000000000000000" pitchFamily="2" charset="2"/>
              <a:buChar char="l"/>
              <a:defRPr sz="1750" b="0">
                <a:latin typeface="微软雅黑" pitchFamily="34" charset="-122"/>
                <a:ea typeface="微软雅黑" pitchFamily="34" charset="-122"/>
              </a:defRPr>
            </a:lvl2pPr>
            <a:lvl3pPr>
              <a:defRPr sz="1430" b="0">
                <a:latin typeface="微软雅黑" pitchFamily="34" charset="-122"/>
                <a:ea typeface="微软雅黑" pitchFamily="34" charset="-122"/>
              </a:defRPr>
            </a:lvl3pPr>
            <a:lvl4pPr>
              <a:defRPr sz="1430" b="0">
                <a:latin typeface="微软雅黑" pitchFamily="34" charset="-122"/>
                <a:ea typeface="微软雅黑" pitchFamily="34" charset="-122"/>
              </a:defRPr>
            </a:lvl4pPr>
            <a:lvl5pPr>
              <a:defRPr sz="1430" b="0"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 noProof="1"/>
              <a:t>编辑母版文本样式</a:t>
            </a:r>
          </a:p>
          <a:p>
            <a:pPr lvl="1"/>
            <a:r>
              <a:rPr lang="zh-CN" altLang="en-US" noProof="1"/>
              <a:t>第二级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157" y="269309"/>
            <a:ext cx="8229601" cy="396132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14" name="内容占位符 2"/>
          <p:cNvSpPr>
            <a:spLocks noGrp="1"/>
          </p:cNvSpPr>
          <p:nvPr>
            <p:ph idx="10" hasCustomPrompt="1"/>
          </p:nvPr>
        </p:nvSpPr>
        <p:spPr>
          <a:xfrm>
            <a:off x="317865" y="854235"/>
            <a:ext cx="8330701" cy="319852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>
              <a:buNone/>
              <a:defRPr lang="zh-CN" altLang="en-US" sz="1500" b="0" dirty="0" smtClean="0">
                <a:latin typeface="微软雅黑" pitchFamily="34" charset="-122"/>
                <a:ea typeface="微软雅黑" pitchFamily="34" charset="-122"/>
                <a:cs typeface="Times New Roman" panose="02020503050405090304" pitchFamily="18" charset="0"/>
              </a:defRPr>
            </a:lvl1pPr>
          </a:lstStyle>
          <a:p>
            <a:pPr lvl="0"/>
            <a:r>
              <a:rPr lang="zh-CN" altLang="en-US" noProof="1"/>
              <a:t>编辑母版文本样式</a:t>
            </a:r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t>2026/3/18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/>
            </a:lvl1pPr>
          </a:lstStyle>
          <a:p>
            <a:fld id="{B22652B3-2E09-4BBA-A0D6-24503131B01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61F0FCB-3C9B-43AF-9122-66CB9AF9BE1F}" type="datetimeFigureOut">
              <a:rPr lang="zh-CN" altLang="en-US" smtClean="0"/>
              <a:t>2026/3/18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11C93-5505-452B-8265-D50E35693F6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文本框 1"/>
          <p:cNvSpPr txBox="1"/>
          <p:nvPr userDrawn="1"/>
        </p:nvSpPr>
        <p:spPr>
          <a:xfrm>
            <a:off x="8460432" y="4803998"/>
            <a:ext cx="576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0C913308-F349-4B6D-A68A-DD1791B4A57B}" type="slidenum">
              <a:rPr lang="zh-CN" altLang="en-US" b="1" smtClean="0">
                <a:latin typeface="Times New Roman" panose="02020503050405090304" pitchFamily="18" charset="0"/>
                <a:cs typeface="Times New Roman" panose="02020503050405090304" pitchFamily="18" charset="0"/>
              </a:rPr>
              <a:t>‹#›</a:t>
            </a:fld>
            <a:endParaRPr lang="zh-CN" altLang="en-US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>
    <p:fade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91691" y="146447"/>
            <a:ext cx="822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</p:nvPr>
        </p:nvSpPr>
        <p:spPr bwMode="auto">
          <a:xfrm>
            <a:off x="316706" y="890588"/>
            <a:ext cx="8229600" cy="756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</a:t>
            </a: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1F0FCB-3C9B-43AF-9122-66CB9AF9BE1F}" type="datetimeFigureOut">
              <a:rPr lang="zh-CN" altLang="en-US"/>
              <a:t>2026/3/18</a:t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FontTx/>
              <a:buNone/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noProof="1" dirty="0">
                <a:solidFill>
                  <a:srgbClr val="898989"/>
                </a:solidFill>
              </a:defRPr>
            </a:lvl1pPr>
          </a:lstStyle>
          <a:p>
            <a:fld id="{BD211C93-5505-452B-8265-D50E35693F66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+mj-lt"/>
          <a:ea typeface="微软雅黑" pitchFamily="34" charset="-122"/>
          <a:cs typeface="微软雅黑" pitchFamily="34" charset="-122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itchFamily="34" charset="-122"/>
          <a:cs typeface="微软雅黑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itchFamily="34" charset="-122"/>
          <a:cs typeface="微软雅黑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itchFamily="34" charset="-122"/>
          <a:cs typeface="微软雅黑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75">
          <a:solidFill>
            <a:schemeClr val="tx1"/>
          </a:solidFill>
          <a:latin typeface="Calibri" panose="020F0502020204030204" pitchFamily="34" charset="0"/>
          <a:ea typeface="微软雅黑" pitchFamily="34" charset="-122"/>
          <a:cs typeface="微软雅黑" pitchFamily="34" charset="-122"/>
        </a:defRPr>
      </a:lvl5pPr>
      <a:lvl6pPr marL="363220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6pPr>
      <a:lvl7pPr marL="72580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7pPr>
      <a:lvl8pPr marL="1088390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8pPr>
      <a:lvl9pPr marL="1450975" algn="l" rtl="0" eaLnBrk="1" fontAlgn="base" hangingPunct="1">
        <a:spcBef>
          <a:spcPct val="0"/>
        </a:spcBef>
        <a:spcAft>
          <a:spcPct val="0"/>
        </a:spcAft>
        <a:defRPr sz="1905">
          <a:solidFill>
            <a:schemeClr val="tx1"/>
          </a:solidFill>
          <a:latin typeface="Calibri" panose="020F0502020204030204" pitchFamily="34" charset="0"/>
          <a:ea typeface="黑体" panose="02010600030101010101" pitchFamily="49" charset="-122"/>
        </a:defRPr>
      </a:lvl9pPr>
    </p:titleStyle>
    <p:bodyStyle>
      <a:lvl1pPr marL="271780" indent="-271780" algn="l" rtl="0" eaLnBrk="1" fontAlgn="base" hangingPunct="1">
        <a:spcBef>
          <a:spcPct val="20000"/>
        </a:spcBef>
        <a:spcAft>
          <a:spcPct val="0"/>
        </a:spcAft>
        <a:buClr>
          <a:srgbClr val="000066"/>
        </a:buClr>
        <a:buFont typeface="Wingdings" panose="05000000000000000000" pitchFamily="2" charset="2"/>
        <a:buChar char="n"/>
        <a:defRPr sz="1575">
          <a:solidFill>
            <a:schemeClr val="tx1"/>
          </a:solidFill>
          <a:latin typeface="+mn-lt"/>
          <a:ea typeface="+mn-ea"/>
          <a:cs typeface="宋体" pitchFamily="2" charset="-122"/>
        </a:defRPr>
      </a:lvl1pPr>
      <a:lvl2pPr marL="589280" indent="-22606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175">
          <a:solidFill>
            <a:schemeClr val="tx1"/>
          </a:solidFill>
          <a:latin typeface="+mn-lt"/>
          <a:ea typeface="+mn-ea"/>
        </a:defRPr>
      </a:lvl2pPr>
      <a:lvl3pPr marL="906145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75">
          <a:solidFill>
            <a:schemeClr val="tx1"/>
          </a:solidFill>
          <a:latin typeface="+mn-lt"/>
          <a:ea typeface="+mn-ea"/>
        </a:defRPr>
      </a:lvl3pPr>
      <a:lvl4pPr marL="1269365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1575">
          <a:solidFill>
            <a:schemeClr val="tx1"/>
          </a:solidFill>
          <a:latin typeface="+mn-lt"/>
          <a:ea typeface="+mn-ea"/>
        </a:defRPr>
      </a:lvl4pPr>
      <a:lvl5pPr marL="1632585" indent="-180975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75">
          <a:solidFill>
            <a:schemeClr val="tx1"/>
          </a:solidFill>
          <a:latin typeface="+mn-lt"/>
          <a:ea typeface="+mn-ea"/>
        </a:defRPr>
      </a:lvl5pPr>
      <a:lvl6pPr marL="1995805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6pPr>
      <a:lvl7pPr marL="2358390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7pPr>
      <a:lvl8pPr marL="2721610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8pPr>
      <a:lvl9pPr marL="3084195" indent="-181610" algn="l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58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1pPr>
      <a:lvl2pPr marL="36322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2pPr>
      <a:lvl3pPr marL="72580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3pPr>
      <a:lvl4pPr marL="108839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4pPr>
      <a:lvl5pPr marL="145097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5pPr>
      <a:lvl6pPr marL="181419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6pPr>
      <a:lvl7pPr marL="217678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7pPr>
      <a:lvl8pPr marL="2540000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8pPr>
      <a:lvl9pPr marL="2902585" algn="l" defTabSz="725170" rtl="0" eaLnBrk="1" latinLnBrk="0" hangingPunct="1">
        <a:defRPr sz="14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cker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586710"/>
            <a:ext cx="9144000" cy="533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68660" y="2031233"/>
            <a:ext cx="8406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200" b="1" spc="300" dirty="0" err="1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Oceanbase</a:t>
            </a:r>
            <a:r>
              <a:rPr lang="en-US" altLang="zh-CN" sz="3200" b="1" spc="300" dirty="0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spc="300" dirty="0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环境搭建指导</a:t>
            </a:r>
            <a:endParaRPr lang="en-US" altLang="zh-CN" sz="3200" b="1" spc="300" dirty="0">
              <a:latin typeface="+mj-lt"/>
              <a:ea typeface="Cambria Math" panose="020405030504060302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732240" y="34612"/>
            <a:ext cx="2411760" cy="626967"/>
            <a:chOff x="5740372" y="-22066"/>
            <a:chExt cx="3080101" cy="835954"/>
          </a:xfrm>
        </p:grpSpPr>
        <p:sp>
          <p:nvSpPr>
            <p:cNvPr id="12" name="文本框 11"/>
            <p:cNvSpPr txBox="1"/>
            <p:nvPr/>
          </p:nvSpPr>
          <p:spPr>
            <a:xfrm>
              <a:off x="5740372" y="25982"/>
              <a:ext cx="3080101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13" name="图形 12" descr="原子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  <p:sp>
        <p:nvSpPr>
          <p:cNvPr id="22" name="副标题 3074"/>
          <p:cNvSpPr txBox="1">
            <a:spLocks noChangeArrowheads="1"/>
          </p:cNvSpPr>
          <p:nvPr/>
        </p:nvSpPr>
        <p:spPr bwMode="auto">
          <a:xfrm>
            <a:off x="1799946" y="3003067"/>
            <a:ext cx="5544108" cy="53333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9pPr>
          </a:lstStyle>
          <a:p>
            <a:pPr algn="ctr">
              <a:buFont typeface="Arial" panose="020B0604020202090204" pitchFamily="34" charset="0"/>
              <a:buNone/>
            </a:pPr>
            <a:r>
              <a:rPr lang="zh-CN" altLang="en-US" sz="1800" b="1" i="0" dirty="0">
                <a:effectLst/>
                <a:latin typeface="+mj-ea"/>
                <a:ea typeface="+mj-ea"/>
              </a:rPr>
              <a:t>基于</a:t>
            </a:r>
            <a:r>
              <a:rPr lang="en-US" altLang="zh-CN" sz="1800" b="1" dirty="0">
                <a:latin typeface="+mj-ea"/>
                <a:ea typeface="+mj-ea"/>
              </a:rPr>
              <a:t>D</a:t>
            </a:r>
            <a:r>
              <a:rPr lang="en-US" altLang="zh-CN" sz="1800" b="1" i="0" dirty="0">
                <a:effectLst/>
                <a:latin typeface="+mj-ea"/>
                <a:ea typeface="+mj-ea"/>
              </a:rPr>
              <a:t>ocker</a:t>
            </a:r>
          </a:p>
        </p:txBody>
      </p:sp>
      <p:sp>
        <p:nvSpPr>
          <p:cNvPr id="3" name="文本框 11"/>
          <p:cNvSpPr txBox="1">
            <a:spLocks noChangeArrowheads="1"/>
          </p:cNvSpPr>
          <p:nvPr/>
        </p:nvSpPr>
        <p:spPr bwMode="auto">
          <a:xfrm>
            <a:off x="2382528" y="3848311"/>
            <a:ext cx="4378944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2026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年</a:t>
            </a: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3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月</a:t>
            </a: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18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日</a:t>
            </a:r>
            <a:endParaRPr lang="en-US" altLang="zh-CN" sz="1200" b="1" dirty="0">
              <a:latin typeface="微软雅黑" pitchFamily="34" charset="-122"/>
              <a:ea typeface="微软雅黑" pitchFamily="34" charset="-122"/>
              <a:cs typeface="Heiti SC Medium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Docker</a:t>
            </a:r>
            <a:r>
              <a:rPr lang="zh-CN" altLang="en-US" dirty="0"/>
              <a:t>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Arial" panose="020B0604020202090204" pitchFamily="34" charset="0"/>
              </a:rPr>
              <a:t>为了便于后续实验，统一使用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Docker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搭建数据库环境。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b="0" i="0" dirty="0">
                <a:effectLst/>
                <a:latin typeface="Arial" panose="020B0604020202090204" pitchFamily="34" charset="0"/>
              </a:rPr>
              <a:t>前往 </a:t>
            </a:r>
            <a:r>
              <a:rPr lang="en-US" altLang="zh-CN" b="0" i="0" dirty="0">
                <a:effectLst/>
                <a:latin typeface="Arial" panose="020B0604020202090204" pitchFamily="34" charset="0"/>
                <a:hlinkClick r:id="rId3"/>
              </a:rPr>
              <a:t>https://www.docker.com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 网站下载电脑对应版本的安装包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marL="457200" lvl="1" indent="0">
              <a:buNone/>
            </a:pP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dirty="0">
                <a:latin typeface="Arial" panose="020B0604020202090204" pitchFamily="34" charset="0"/>
              </a:rPr>
              <a:t>安装后，按照要求注册</a:t>
            </a:r>
            <a:r>
              <a:rPr lang="en-US" altLang="zh-CN" dirty="0">
                <a:latin typeface="Arial" panose="020B0604020202090204" pitchFamily="34" charset="0"/>
              </a:rPr>
              <a:t>/</a:t>
            </a:r>
            <a:r>
              <a:rPr lang="zh-CN" altLang="en-US" dirty="0">
                <a:latin typeface="Arial" panose="020B0604020202090204" pitchFamily="34" charset="0"/>
              </a:rPr>
              <a:t>登录账号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</p:txBody>
      </p:sp>
      <p:pic>
        <p:nvPicPr>
          <p:cNvPr id="5" name="图片 4" descr="图形用户界面, 文本, 应用程序&#10;&#10;描述已自动生成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7"/>
          <a:stretch>
            <a:fillRect/>
          </a:stretch>
        </p:blipFill>
        <p:spPr>
          <a:xfrm>
            <a:off x="2273408" y="1635646"/>
            <a:ext cx="4597184" cy="285817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下载镜像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effectLst/>
                <a:latin typeface="Arial" panose="020B0604020202090204" pitchFamily="34" charset="0"/>
              </a:rPr>
              <a:t>在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Docker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中直接下载官方镜像。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b="0" i="0" dirty="0">
                <a:effectLst/>
                <a:latin typeface="Arial" panose="020B0604020202090204" pitchFamily="34" charset="0"/>
              </a:rPr>
              <a:t>在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Docker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顶部搜索框搜索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oceanbase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/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oceanbase-ce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，找到官方镜像</a:t>
            </a:r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marL="457200" lvl="1" indent="0">
              <a:buNone/>
            </a:pP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dirty="0">
                <a:latin typeface="Arial" panose="020B0604020202090204" pitchFamily="34" charset="0"/>
              </a:rPr>
              <a:t>选中后，点击</a:t>
            </a:r>
            <a:r>
              <a:rPr lang="en-US" altLang="zh-CN" dirty="0">
                <a:latin typeface="Arial" panose="020B0604020202090204" pitchFamily="34" charset="0"/>
              </a:rPr>
              <a:t>pull</a:t>
            </a:r>
            <a:r>
              <a:rPr lang="zh-CN" altLang="en-US" dirty="0">
                <a:latin typeface="Arial" panose="020B0604020202090204" pitchFamily="34" charset="0"/>
              </a:rPr>
              <a:t>并</a:t>
            </a:r>
            <a:r>
              <a:rPr lang="en-US" altLang="zh-CN" dirty="0">
                <a:latin typeface="Arial" panose="020B0604020202090204" pitchFamily="34" charset="0"/>
              </a:rPr>
              <a:t>run</a:t>
            </a:r>
            <a:r>
              <a:rPr lang="zh-CN" altLang="en-US" dirty="0">
                <a:latin typeface="Arial" panose="020B0604020202090204" pitchFamily="34" charset="0"/>
              </a:rPr>
              <a:t>即可运行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" b="265"/>
          <a:stretch>
            <a:fillRect/>
          </a:stretch>
        </p:blipFill>
        <p:spPr>
          <a:xfrm>
            <a:off x="711857" y="1779662"/>
            <a:ext cx="7720286" cy="205222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运行</a:t>
            </a:r>
            <a:r>
              <a:rPr lang="en-US" altLang="zh-CN" dirty="0" err="1">
                <a:latin typeface="Arial" panose="020B0604020202090204" pitchFamily="34" charset="0"/>
              </a:rPr>
              <a:t>Oceanbase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789553"/>
            <a:ext cx="8784976" cy="3805070"/>
          </a:xfrm>
        </p:spPr>
        <p:txBody>
          <a:bodyPr/>
          <a:lstStyle/>
          <a:p>
            <a:r>
              <a:rPr lang="zh-CN" altLang="en-US" dirty="0">
                <a:latin typeface="Arial" panose="020B0604020202090204" pitchFamily="34" charset="0"/>
              </a:rPr>
              <a:t>客户端连接</a:t>
            </a:r>
            <a:r>
              <a:rPr lang="en-US" altLang="zh-CN" dirty="0" err="1">
                <a:latin typeface="Arial" panose="020B0604020202090204" pitchFamily="34" charset="0"/>
              </a:rPr>
              <a:t>Oceanbase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b="0" i="0" dirty="0">
                <a:effectLst/>
                <a:latin typeface="Arial" panose="020B0604020202090204" pitchFamily="34" charset="0"/>
              </a:rPr>
              <a:t>点击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Exec</a:t>
            </a:r>
            <a:r>
              <a:rPr lang="zh-CN" altLang="en-US" b="0" i="0" dirty="0">
                <a:effectLst/>
                <a:latin typeface="Arial" panose="020B0604020202090204" pitchFamily="34" charset="0"/>
              </a:rPr>
              <a:t>，输入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obclient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 -</a:t>
            </a:r>
            <a:r>
              <a:rPr lang="en-US" altLang="zh-CN" b="0" i="0" dirty="0" err="1">
                <a:effectLst/>
                <a:latin typeface="Arial" panose="020B0604020202090204" pitchFamily="34" charset="0"/>
              </a:rPr>
              <a:t>uroot@sys</a:t>
            </a:r>
            <a:r>
              <a:rPr lang="en-US" altLang="zh-CN" b="0" i="0" dirty="0">
                <a:effectLst/>
                <a:latin typeface="Arial" panose="020B0604020202090204" pitchFamily="34" charset="0"/>
              </a:rPr>
              <a:t> -h127.1 -P2881</a:t>
            </a:r>
            <a:r>
              <a:rPr lang="zh-CN" altLang="en-US" dirty="0">
                <a:latin typeface="Arial" panose="020B0604020202090204" pitchFamily="34" charset="0"/>
              </a:rPr>
              <a:t>连接</a:t>
            </a:r>
            <a:r>
              <a:rPr lang="en-US" altLang="zh-CN" dirty="0" err="1">
                <a:latin typeface="Arial" panose="020B0604020202090204" pitchFamily="34" charset="0"/>
              </a:rPr>
              <a:t>Oceanbase</a:t>
            </a:r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  <a:p>
            <a:pPr lvl="1"/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r>
              <a:rPr lang="zh-CN" altLang="en-US" dirty="0">
                <a:latin typeface="Arial" panose="020B0604020202090204" pitchFamily="34" charset="0"/>
              </a:rPr>
              <a:t>完成，可以进行后续实验</a:t>
            </a:r>
            <a:endParaRPr lang="en-US" altLang="zh-CN" b="0" i="0" dirty="0">
              <a:effectLst/>
              <a:latin typeface="Arial" panose="020B0604020202090204" pitchFamily="34" charset="0"/>
            </a:endParaRPr>
          </a:p>
          <a:p>
            <a:pPr lvl="1"/>
            <a:endParaRPr lang="en-US" altLang="zh-CN" dirty="0">
              <a:latin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888" y="1779662"/>
            <a:ext cx="8612239" cy="237626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586710"/>
            <a:ext cx="9144000" cy="5333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68660" y="2031233"/>
            <a:ext cx="84066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3200" b="1" spc="300" dirty="0" err="1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Oceanbase</a:t>
            </a:r>
            <a:r>
              <a:rPr lang="en-US" altLang="zh-CN" sz="3200" b="1" spc="300" dirty="0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spc="300" dirty="0">
                <a:latin typeface="+mj-lt"/>
                <a:ea typeface="Cambria Math" panose="02040503050406030204" pitchFamily="18" charset="0"/>
                <a:cs typeface="Times New Roman" panose="02020503050405090304" pitchFamily="18" charset="0"/>
              </a:rPr>
              <a:t>环境搭建指导</a:t>
            </a:r>
            <a:endParaRPr lang="en-US" altLang="zh-CN" sz="3200" b="1" spc="300" dirty="0">
              <a:latin typeface="+mj-lt"/>
              <a:ea typeface="Cambria Math" panose="020405030504060302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152128" y="2691158"/>
            <a:ext cx="6984776" cy="0"/>
          </a:xfrm>
          <a:prstGeom prst="line">
            <a:avLst/>
          </a:prstGeom>
          <a:ln w="12700">
            <a:solidFill>
              <a:schemeClr val="tx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13" y="78916"/>
            <a:ext cx="2448272" cy="673776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732240" y="34612"/>
            <a:ext cx="2411760" cy="626967"/>
            <a:chOff x="5740372" y="-22066"/>
            <a:chExt cx="3080101" cy="835954"/>
          </a:xfrm>
        </p:grpSpPr>
        <p:sp>
          <p:nvSpPr>
            <p:cNvPr id="12" name="文本框 11"/>
            <p:cNvSpPr txBox="1"/>
            <p:nvPr/>
          </p:nvSpPr>
          <p:spPr>
            <a:xfrm>
              <a:off x="5740372" y="25982"/>
              <a:ext cx="3080101" cy="7879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b="1" dirty="0">
                  <a:solidFill>
                    <a:srgbClr val="0070C0"/>
                  </a:solidFill>
                </a:rPr>
                <a:t>             ADMIS Lab</a:t>
              </a:r>
              <a:endParaRPr lang="en-US" altLang="zh-CN" sz="1200" b="1" dirty="0">
                <a:solidFill>
                  <a:srgbClr val="0070C0"/>
                </a:solidFill>
              </a:endParaRPr>
            </a:p>
            <a:p>
              <a:r>
                <a:rPr lang="zh-CN" altLang="en-US" sz="1200" b="1" dirty="0">
                  <a:solidFill>
                    <a:srgbClr val="0070C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先进数据与机器智能系统实验室</a:t>
              </a:r>
            </a:p>
          </p:txBody>
        </p:sp>
        <p:pic>
          <p:nvPicPr>
            <p:cNvPr id="13" name="图形 12" descr="原子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51999" y="-22066"/>
              <a:ext cx="1189248" cy="524648"/>
            </a:xfrm>
            <a:prstGeom prst="rect">
              <a:avLst/>
            </a:prstGeom>
          </p:spPr>
        </p:pic>
      </p:grpSp>
      <p:sp>
        <p:nvSpPr>
          <p:cNvPr id="22" name="副标题 3074"/>
          <p:cNvSpPr txBox="1">
            <a:spLocks noChangeArrowheads="1"/>
          </p:cNvSpPr>
          <p:nvPr/>
        </p:nvSpPr>
        <p:spPr bwMode="auto">
          <a:xfrm>
            <a:off x="1799946" y="3003067"/>
            <a:ext cx="5544108" cy="53333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171450" indent="-171450">
              <a:lnSpc>
                <a:spcPct val="120000"/>
              </a:lnSpc>
              <a:spcBef>
                <a:spcPts val="750"/>
              </a:spcBef>
              <a:buFont typeface="Arial" panose="020B0604020202090204" pitchFamily="34" charset="0"/>
              <a:buChar char="•"/>
              <a:defRPr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1pPr>
            <a:lvl2pPr marL="5143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5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2pPr>
            <a:lvl3pPr marL="8572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3pPr>
            <a:lvl4pPr marL="12001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4pPr>
            <a:lvl5pPr marL="1543050" indent="-171450">
              <a:lnSpc>
                <a:spcPct val="120000"/>
              </a:lnSpc>
              <a:spcBef>
                <a:spcPts val="375"/>
              </a:spcBef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5pPr>
            <a:lvl6pPr marL="20002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6pPr>
            <a:lvl7pPr marL="24574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7pPr>
            <a:lvl8pPr marL="29146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8pPr>
            <a:lvl9pPr marL="3371850" indent="-17145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300">
                <a:solidFill>
                  <a:schemeClr val="tx1"/>
                </a:solidFill>
                <a:latin typeface="Arial" panose="020B0604020202090204" pitchFamily="34" charset="0"/>
                <a:ea typeface="黑体" panose="02010600030101010101" pitchFamily="49" charset="-122"/>
              </a:defRPr>
            </a:lvl9pPr>
          </a:lstStyle>
          <a:p>
            <a:pPr algn="ctr">
              <a:buFont typeface="Arial" panose="020B0604020202090204" pitchFamily="34" charset="0"/>
              <a:buNone/>
            </a:pPr>
            <a:r>
              <a:rPr lang="zh-CN" altLang="en-US" sz="1800" b="1" i="0" dirty="0">
                <a:effectLst/>
                <a:latin typeface="+mj-ea"/>
                <a:ea typeface="+mj-ea"/>
              </a:rPr>
              <a:t>基于</a:t>
            </a:r>
            <a:r>
              <a:rPr lang="en-US" altLang="zh-CN" sz="1800" b="1" dirty="0">
                <a:latin typeface="+mj-ea"/>
                <a:ea typeface="+mj-ea"/>
              </a:rPr>
              <a:t>D</a:t>
            </a:r>
            <a:r>
              <a:rPr lang="en-US" altLang="zh-CN" sz="1800" b="1" i="0" dirty="0">
                <a:effectLst/>
                <a:latin typeface="+mj-ea"/>
                <a:ea typeface="+mj-ea"/>
              </a:rPr>
              <a:t>ocker</a:t>
            </a:r>
          </a:p>
        </p:txBody>
      </p:sp>
      <p:sp>
        <p:nvSpPr>
          <p:cNvPr id="3" name="文本框 11"/>
          <p:cNvSpPr txBox="1">
            <a:spLocks noChangeArrowheads="1"/>
          </p:cNvSpPr>
          <p:nvPr/>
        </p:nvSpPr>
        <p:spPr bwMode="auto">
          <a:xfrm>
            <a:off x="2382528" y="3848311"/>
            <a:ext cx="4378944" cy="27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None/>
            </a:pP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2026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年</a:t>
            </a: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3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月</a:t>
            </a:r>
            <a:r>
              <a:rPr lang="en-US" altLang="zh-CN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18</a:t>
            </a:r>
            <a:r>
              <a:rPr lang="zh-CN" altLang="en-US" sz="1200" b="1">
                <a:latin typeface="微软雅黑" pitchFamily="34" charset="-122"/>
                <a:ea typeface="微软雅黑" pitchFamily="34" charset="-122"/>
                <a:cs typeface="Heiti SC Medium" panose="02000000000000000000" charset="-122"/>
              </a:rPr>
              <a:t>日</a:t>
            </a:r>
            <a:endParaRPr lang="en-US" altLang="zh-CN" sz="1200" b="1" dirty="0">
              <a:latin typeface="微软雅黑" pitchFamily="34" charset="-122"/>
              <a:ea typeface="微软雅黑" pitchFamily="34" charset="-122"/>
              <a:cs typeface="Heiti SC Medium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默认设计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2_Office 主题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2_Office 主题">
      <a:majorFont>
        <a:latin typeface="Calibri"/>
        <a:ea typeface="黑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>
          <a:solidFill>
            <a:srgbClr val="FF0000"/>
          </a:solidFill>
          <a:prstDash val="sysDash"/>
          <a:round/>
        </a:ln>
      </a:spPr>
      <a:bodyPr anchor="ctr"/>
      <a:lstStyle>
        <a:defPPr>
          <a:defRPr/>
        </a:defPPr>
      </a:lstStyle>
    </a:spDef>
  </a:objectDefaults>
  <a:extraClrSchemeLst>
    <a:extraClrScheme>
      <a:clrScheme name="2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-te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全屏显示(16:9)</PresentationFormat>
  <Paragraphs>49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catalyst-pingfang</vt:lpstr>
      <vt:lpstr>华文行楷</vt:lpstr>
      <vt:lpstr>微软雅黑</vt:lpstr>
      <vt:lpstr>Arial</vt:lpstr>
      <vt:lpstr>Calibri</vt:lpstr>
      <vt:lpstr>Times New Roman</vt:lpstr>
      <vt:lpstr>Trebuchet MS</vt:lpstr>
      <vt:lpstr>Wingdings</vt:lpstr>
      <vt:lpstr>默认设计模板</vt:lpstr>
      <vt:lpstr>2_Office 主题</vt:lpstr>
      <vt:lpstr>PowerPoint 演示文稿</vt:lpstr>
      <vt:lpstr>Docker安装</vt:lpstr>
      <vt:lpstr>下载镜像</vt:lpstr>
      <vt:lpstr>运行Oceanbase</vt:lpstr>
      <vt:lpstr>PowerPoint 演示文稿</vt:lpstr>
    </vt:vector>
  </TitlesOfParts>
  <Company>Global Intelligence Alliance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Creating System Analysis</dc:title>
  <dc:creator>Jessie Wang</dc:creator>
  <cp:lastModifiedBy>兆祥 彭</cp:lastModifiedBy>
  <cp:revision>2142</cp:revision>
  <dcterms:created xsi:type="dcterms:W3CDTF">2025-03-24T01:10:04Z</dcterms:created>
  <dcterms:modified xsi:type="dcterms:W3CDTF">2026-03-18T02:20:11Z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F82627DA66E78656ECB0E06728FF5420_42</vt:lpwstr>
  </property>
  <property fmtid="{D5CDD505-2E9C-101B-9397-08002B2CF9AE}" pid="3" name="KSOProductBuildVer">
    <vt:lpwstr>2052-7.2.2.8955</vt:lpwstr>
  </property>
</Properties>
</file>